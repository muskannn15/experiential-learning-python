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4639" y="2112437"/>
            <a:ext cx="27947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375" y="333769"/>
            <a:ext cx="7973249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4246" y="1400283"/>
            <a:ext cx="6630034" cy="1988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250" y="285368"/>
            <a:ext cx="800608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8355" marR="207391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Experiential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Learning </a:t>
            </a:r>
            <a:r>
              <a:rPr sz="3200" dirty="0">
                <a:latin typeface="Times New Roman"/>
                <a:cs typeface="Times New Roman"/>
              </a:rPr>
              <a:t>Project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Assessment-</a:t>
            </a:r>
            <a:r>
              <a:rPr sz="3200" spc="-50" dirty="0">
                <a:latin typeface="Times New Roman"/>
                <a:cs typeface="Times New Roman"/>
              </a:rPr>
              <a:t>I </a:t>
            </a:r>
            <a:r>
              <a:rPr sz="3200" spc="-25" dirty="0"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“</a:t>
            </a:r>
            <a:r>
              <a:rPr lang="en-US" sz="3200" dirty="0"/>
              <a:t>Simple Stopwatch</a:t>
            </a:r>
            <a:r>
              <a:rPr sz="3200" spc="-10" dirty="0">
                <a:solidFill>
                  <a:srgbClr val="0000FF"/>
                </a:solidFill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397" y="2238120"/>
            <a:ext cx="660145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2331720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endParaRPr lang="en-US" sz="2000" b="1" spc="-25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>
                <a:latin typeface="Times New Roman"/>
                <a:cs typeface="Times New Roman"/>
              </a:rPr>
              <a:t>Muskan Shah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[CM25</a:t>
            </a:r>
            <a:r>
              <a:rPr lang="en-US" sz="2000" b="1" spc="-10" dirty="0">
                <a:latin typeface="Times New Roman"/>
                <a:cs typeface="Times New Roman"/>
              </a:rPr>
              <a:t>032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7422" y="3292240"/>
            <a:ext cx="222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675" y="4662423"/>
            <a:ext cx="7997825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>
              <a:latin typeface="Times New Roman"/>
              <a:cs typeface="Times New Roman"/>
            </a:endParaRPr>
          </a:p>
          <a:p>
            <a:pPr marL="230886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86000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3870">
              <a:lnSpc>
                <a:spcPts val="2315"/>
              </a:lnSpc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5488" y="892047"/>
            <a:ext cx="6627495" cy="205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0985" algn="l"/>
              </a:tabLst>
            </a:pPr>
            <a:r>
              <a:rPr sz="1900" dirty="0">
                <a:latin typeface="Calibri"/>
                <a:cs typeface="Calibri"/>
              </a:rPr>
              <a:t>Problem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statement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Objectives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Algorithm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Flowchart/pseudocode</a:t>
            </a:r>
            <a:endParaRPr sz="19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buFont typeface="Arial MT"/>
              <a:buChar char="•"/>
              <a:tabLst>
                <a:tab pos="260985" algn="l"/>
              </a:tabLst>
            </a:pPr>
            <a:r>
              <a:rPr sz="1900" spc="-10" dirty="0">
                <a:latin typeface="Calibri"/>
                <a:cs typeface="Calibri"/>
              </a:rPr>
              <a:t>Understanding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Python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logic</a:t>
            </a:r>
            <a:endParaRPr sz="1900">
              <a:latin typeface="Calibri"/>
              <a:cs typeface="Calibri"/>
            </a:endParaRPr>
          </a:p>
          <a:p>
            <a:pPr marL="260985" marR="5080" indent="-248285">
              <a:lnSpc>
                <a:spcPct val="100000"/>
              </a:lnSpc>
              <a:buFont typeface="Arial MT"/>
              <a:buChar char="•"/>
              <a:tabLst>
                <a:tab pos="262255" algn="l"/>
              </a:tabLst>
            </a:pPr>
            <a:r>
              <a:rPr sz="1900" dirty="0">
                <a:latin typeface="Calibri"/>
                <a:cs typeface="Calibri"/>
              </a:rPr>
              <a:t>GitHub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account,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repository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creation,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uploading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meaningful 	</a:t>
            </a:r>
            <a:r>
              <a:rPr sz="1900" dirty="0">
                <a:latin typeface="Calibri"/>
                <a:cs typeface="Calibri"/>
              </a:rPr>
              <a:t>commits,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collaboration,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individual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contribution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791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746" y="1178007"/>
            <a:ext cx="6551295" cy="275780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r>
              <a:rPr lang="en-US" sz="1600" dirty="0"/>
              <a:t>Measuring elapsed time manually can be inconvenient and inaccurate.</a:t>
            </a:r>
          </a:p>
          <a:p>
            <a:r>
              <a:rPr lang="en-US" sz="1600" dirty="0"/>
              <a:t>The proposed </a:t>
            </a:r>
            <a:r>
              <a:rPr lang="en-US" sz="1600" b="1" dirty="0"/>
              <a:t>Simple Stopwatch</a:t>
            </a:r>
            <a:r>
              <a:rPr lang="en-US" sz="1600" dirty="0"/>
              <a:t> solves this problem by:</a:t>
            </a:r>
          </a:p>
          <a:p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Providing a digital stopwatch through a Python program.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Recording the time when the stopwatch is started.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Calculating elapsed time when the stopwatch is stopped.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Displaying the elapsed time in seconds.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Allowing the user to reset the stopwatch.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Preventing invalid operations.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Preventing the user from starting an already running stopwatch.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Preventing the user from stopping the stopwatch before starting it.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914400"/>
            <a:ext cx="7307580" cy="33143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main objectives of this project are: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develop a simple stopwatch application using Python.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understand the use of Python's built-in time module.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calculate elapsed time accurately using timestamps.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provide </a:t>
            </a:r>
            <a:r>
              <a:rPr lang="en-US" sz="1600" b="1" dirty="0"/>
              <a:t>Start, Stop, Display, and Reset</a:t>
            </a:r>
            <a:r>
              <a:rPr lang="en-US" sz="1600" dirty="0"/>
              <a:t> operations.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prevent invalid operations such as stopping before starting.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prevent multiple starts without stopping or resetting.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understand conditional statements, loops, functions, and variables in Python.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To create a simple menu-driven Python application.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1600" dirty="0">
              <a:latin typeface="Arial MT"/>
              <a:cs typeface="Arial MT"/>
            </a:endParaRPr>
          </a:p>
          <a:p>
            <a:pPr marL="285750" indent="-285750">
              <a:lnSpc>
                <a:spcPct val="100000"/>
              </a:lnSpc>
              <a:spcBef>
                <a:spcPts val="525"/>
              </a:spcBef>
              <a:buFont typeface="Wingdings" panose="05000000000000000000" pitchFamily="2" charset="2"/>
              <a:buChar char="Ø"/>
            </a:pPr>
            <a:endParaRPr sz="1600" dirty="0">
              <a:latin typeface="Arial MT"/>
              <a:cs typeface="Arial MT"/>
            </a:endParaRPr>
          </a:p>
          <a:p>
            <a:pPr marL="649605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1600" spc="-5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746" y="1093820"/>
            <a:ext cx="6829425" cy="531235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Import the time module.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Initialize </a:t>
            </a:r>
            <a:r>
              <a:rPr lang="en-US" dirty="0" err="1"/>
              <a:t>start_time</a:t>
            </a:r>
            <a:r>
              <a:rPr lang="en-US" dirty="0"/>
              <a:t> and </a:t>
            </a:r>
            <a:r>
              <a:rPr lang="en-US" dirty="0" err="1"/>
              <a:t>elapsed_time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Display the stopwatch menu.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select an operation.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If the user selects </a:t>
            </a:r>
            <a:r>
              <a:rPr lang="en-US" b="1" dirty="0"/>
              <a:t>Start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Check whether the stopwatch is already running. </a:t>
            </a:r>
          </a:p>
          <a:p>
            <a:pPr lvl="1"/>
            <a:r>
              <a:rPr lang="en-US" dirty="0"/>
              <a:t>If not running, store the current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If the user selects </a:t>
            </a:r>
            <a:r>
              <a:rPr lang="en-US" b="1" dirty="0"/>
              <a:t>Stop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Check whether the stopwatch has been started. </a:t>
            </a:r>
          </a:p>
          <a:p>
            <a:pPr lvl="1"/>
            <a:r>
              <a:rPr lang="en-US" dirty="0"/>
              <a:t>Calculate the difference between current time and start time. </a:t>
            </a:r>
          </a:p>
          <a:p>
            <a:pPr lvl="1"/>
            <a:r>
              <a:rPr lang="en-US" dirty="0"/>
              <a:t>Add it to the elapsed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If the user selects </a:t>
            </a:r>
            <a:r>
              <a:rPr lang="en-US" b="1" dirty="0"/>
              <a:t>Display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Show the current elapsed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If the user selects </a:t>
            </a:r>
            <a:r>
              <a:rPr lang="en-US" b="1" dirty="0"/>
              <a:t>Reset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Set the timer values back to zero.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If the user selects </a:t>
            </a:r>
            <a:r>
              <a:rPr lang="en-US" b="1" dirty="0"/>
              <a:t>Exit</a:t>
            </a:r>
            <a:r>
              <a:rPr lang="en-US" dirty="0"/>
              <a:t>, terminate the program.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Otherwise, display an invalid-choice message.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spc="-10" dirty="0"/>
              <a:t>Flowchart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0AB509-A506-6B71-B9E8-E010070AC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98" y="933153"/>
            <a:ext cx="7642901" cy="41722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python</a:t>
            </a:r>
            <a:r>
              <a:rPr spc="-35" dirty="0"/>
              <a:t> </a:t>
            </a:r>
            <a:r>
              <a:rPr spc="-10" dirty="0"/>
              <a:t>logic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18E292-A2E1-EE3D-EB26-4530A11C70E9}"/>
              </a:ext>
            </a:extLst>
          </p:cNvPr>
          <p:cNvSpPr txBox="1"/>
          <p:nvPr/>
        </p:nvSpPr>
        <p:spPr>
          <a:xfrm>
            <a:off x="924232" y="1209368"/>
            <a:ext cx="73815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import time is used to access Python's time functions.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time.time</a:t>
            </a:r>
            <a:r>
              <a:rPr lang="en-US" dirty="0"/>
              <a:t>() records the current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Variables store the </a:t>
            </a:r>
            <a:r>
              <a:rPr lang="en-US" b="1" dirty="0"/>
              <a:t>start time, elapsed time, and running status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if-else conditions check whether the stopwatch can be started or stopped.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Functions are used to perform different stopwatch operations.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while loop repeatedly displays the menu until the user chooses Exit.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elapsed time is calculated by finding the difference between the current time and start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reset operation sets all timer values back to their initial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5375" y="333769"/>
            <a:ext cx="797324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60" dirty="0"/>
              <a:t> </a:t>
            </a:r>
            <a:r>
              <a:rPr dirty="0"/>
              <a:t>Graphical</a:t>
            </a:r>
            <a:r>
              <a:rPr spc="-55" dirty="0"/>
              <a:t> </a:t>
            </a:r>
            <a:r>
              <a:rPr dirty="0"/>
              <a:t>Representation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585" dirty="0"/>
              <a:t> </a:t>
            </a:r>
            <a:r>
              <a:rPr spc="-10" dirty="0"/>
              <a:t>Working</a:t>
            </a:r>
            <a:br>
              <a:rPr lang="en-US" spc="-10" dirty="0"/>
            </a:br>
            <a:endParaRPr spc="-1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747235-E4D1-4E4C-0ECD-ED800BFB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74" y="1447799"/>
            <a:ext cx="8201245" cy="44770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6075" y="292329"/>
            <a:ext cx="61582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7.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GitHub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Account,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Repository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4246" y="1287721"/>
            <a:ext cx="7127240" cy="22866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Account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personal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account.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Library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Booking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Under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Table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Upload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Upload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Python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files.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Meaningful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Save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changes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clear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messages.</a:t>
            </a:r>
            <a:endParaRPr sz="1600">
              <a:latin typeface="Arial MT"/>
              <a:cs typeface="Arial MT"/>
            </a:endParaRPr>
          </a:p>
          <a:p>
            <a:pPr marL="363855" marR="424180" indent="-351790">
              <a:lnSpc>
                <a:spcPts val="2300"/>
              </a:lnSpc>
              <a:spcBef>
                <a:spcPts val="5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Collaboration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teamwork,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sharing,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branches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20" dirty="0">
                <a:latin typeface="Arial MT"/>
                <a:cs typeface="Arial MT"/>
              </a:rPr>
              <a:t> pull </a:t>
            </a:r>
            <a:r>
              <a:rPr sz="1600" spc="-10" dirty="0">
                <a:latin typeface="Arial MT"/>
                <a:cs typeface="Arial MT"/>
              </a:rPr>
              <a:t>requests.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1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Individual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Contribution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member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contributes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work.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Changes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manage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updates.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8.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Individual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Contribution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24246" y="1400283"/>
            <a:ext cx="6630034" cy="182421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Problem Analysis</a:t>
            </a:r>
            <a:r>
              <a:rPr lang="en-US" dirty="0"/>
              <a:t> – Studied the stopwatch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Algorithm Design</a:t>
            </a:r>
            <a:r>
              <a:rPr lang="en-US" dirty="0"/>
              <a:t> – Designed the stopwatch operations.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Python Coding</a:t>
            </a:r>
            <a:r>
              <a:rPr lang="en-US" dirty="0"/>
              <a:t> – Implemented the stopwatch program.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Testing</a:t>
            </a:r>
            <a:r>
              <a:rPr lang="en-US" dirty="0"/>
              <a:t> – Tested Start, Stop, Display and Reset.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GitHub Contribution</a:t>
            </a:r>
            <a:r>
              <a:rPr lang="en-US" dirty="0"/>
              <a:t> – Uploaded code and made commits.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Documentation &amp; PPT</a:t>
            </a:r>
            <a:r>
              <a:rPr lang="en-US" dirty="0"/>
              <a:t> – Prepared project documentation and slides.</a:t>
            </a:r>
          </a:p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25" dirty="0"/>
              <a:t> </a:t>
            </a:r>
            <a:r>
              <a:rPr dirty="0"/>
              <a:t>Result</a:t>
            </a:r>
            <a:r>
              <a:rPr spc="-2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B8DA37-3960-491C-B54C-44E76B3E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989" y="1573369"/>
            <a:ext cx="3254022" cy="37112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latin typeface="Calibri"/>
                <a:cs typeface="Calibri"/>
              </a:rPr>
              <a:t>Thank</a:t>
            </a:r>
            <a:r>
              <a:rPr sz="5000" spc="-160" dirty="0">
                <a:latin typeface="Calibri"/>
                <a:cs typeface="Calibri"/>
              </a:rPr>
              <a:t> </a:t>
            </a:r>
            <a:r>
              <a:rPr sz="5000" spc="-25" dirty="0">
                <a:latin typeface="Calibri"/>
                <a:cs typeface="Calibri"/>
              </a:rPr>
              <a:t>You</a:t>
            </a:r>
            <a:endParaRPr sz="5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33</TotalTime>
  <Words>691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MT</vt:lpstr>
      <vt:lpstr>Calibri</vt:lpstr>
      <vt:lpstr>Times New Roman</vt:lpstr>
      <vt:lpstr>Wingdings</vt:lpstr>
      <vt:lpstr>Office Theme</vt:lpstr>
      <vt:lpstr>Experiential Learning Project Assessment-I on “Simple Stopwatch”</vt:lpstr>
      <vt:lpstr>Contents</vt:lpstr>
      <vt:lpstr>1. Problem Statement</vt:lpstr>
      <vt:lpstr>2. Objective</vt:lpstr>
      <vt:lpstr>3. Algorithm</vt:lpstr>
      <vt:lpstr>4. Flowchart</vt:lpstr>
      <vt:lpstr>5. Understanding of python logic</vt:lpstr>
      <vt:lpstr>6. Graphical Representation and Working </vt:lpstr>
      <vt:lpstr>7. GitHub Account, Repository &amp; Collaboration</vt:lpstr>
      <vt:lpstr>8. Individual Contribution</vt:lpstr>
      <vt:lpstr>9. Result / Expected Output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Ajay Jaiswal</dc:creator>
  <cp:lastModifiedBy>kashish shah</cp:lastModifiedBy>
  <cp:revision>1</cp:revision>
  <dcterms:created xsi:type="dcterms:W3CDTF">2026-08-18T17:20:56Z</dcterms:created>
  <dcterms:modified xsi:type="dcterms:W3CDTF">2026-08-18T17:57:36Z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2026-08-18T00:00:00Z</vt:filetime>
  </property>
</Properties>
</file>